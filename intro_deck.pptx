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Learning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/>
            </a:pPr>
            <a:r>
              <a:t>First-year CSE • No programming background</a:t>
            </a:r>
          </a:p>
          <a:p>
            <a:pPr>
              <a:defRPr sz="2500"/>
            </a:pPr>
            <a:r>
              <a:t>28 days × 30 minutes = 14 hours</a:t>
            </a:r>
          </a:p>
          <a:p>
            <a:pPr>
              <a:defRPr sz="2500"/>
            </a:pPr>
            <a:r>
              <a:t>Goal: explain, write and test small Python programs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learning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/>
            </a:pPr>
            <a:r>
              <a:t>Official tutorial assumes prior programming experience</a:t>
            </a:r>
          </a:p>
          <a:p>
            <a:pPr>
              <a:defRPr sz="2500"/>
            </a:pPr>
            <a:r>
              <a:t>Add plain-language examples and trace tables</a:t>
            </a:r>
          </a:p>
          <a:p>
            <a:pPr>
              <a:defRPr sz="2500"/>
            </a:pPr>
            <a:r>
              <a:t>Daily retrieval and distributed practice</a:t>
            </a:r>
          </a:p>
          <a:p>
            <a:pPr>
              <a:defRPr sz="2500"/>
            </a:pPr>
            <a:r>
              <a:t>Evidence: Python tutorial; Dunlosky et al. (2013)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Four-week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/>
            </a:pPr>
            <a:r>
              <a:t>Week 1: values, variables, input and strings</a:t>
            </a:r>
          </a:p>
          <a:p>
            <a:pPr>
              <a:defRPr sz="2500"/>
            </a:pPr>
            <a:r>
              <a:t>Week 2: decisions, loops and boundaries</a:t>
            </a:r>
          </a:p>
          <a:p>
            <a:pPr>
              <a:defRPr sz="2500"/>
            </a:pPr>
            <a:r>
              <a:t>Week 3: lists, dictionaries and functions</a:t>
            </a:r>
          </a:p>
          <a:p>
            <a:pPr>
              <a:defRPr sz="2500"/>
            </a:pPr>
            <a:r>
              <a:t>Week 4: validation, tests and a score tracker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 a patient tutor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/>
            </a:pPr>
            <a:r>
              <a:t>Predict → attempt → one hint → run → explain</a:t>
            </a:r>
          </a:p>
          <a:p>
            <a:pPr>
              <a:defRPr sz="2500"/>
            </a:pPr>
            <a:r>
              <a:t>Ask one question at a time</a:t>
            </a:r>
          </a:p>
          <a:p>
            <a:pPr>
              <a:defRPr sz="2500"/>
            </a:pPr>
            <a:r>
              <a:t>Use errors as clues, not a reason to copy</a:t>
            </a:r>
          </a:p>
          <a:p>
            <a:pPr>
              <a:defRPr sz="2500"/>
            </a:pPr>
            <a:r>
              <a:t>Protect personal information; credit assistance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Practice, tests and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/>
            </a:pPr>
            <a:r>
              <a:t>20 exercises with reference solutions</a:t>
            </a:r>
          </a:p>
          <a:p>
            <a:pPr>
              <a:defRPr sz="2500"/>
            </a:pPr>
            <a:r>
              <a:t>Run: python -m unittest discover -s tests -v</a:t>
            </a:r>
          </a:p>
          <a:p>
            <a:pPr>
              <a:defRPr sz="2500"/>
            </a:pPr>
            <a:r>
              <a:t>Local .eml drafts generated from the daily plan</a:t>
            </a:r>
          </a:p>
          <a:p>
            <a:pPr>
              <a:defRPr sz="2500"/>
            </a:pPr>
            <a:r>
              <a:t>No email sent; no API keys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and honest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500"/>
            </a:pPr>
            <a:r>
              <a:t>Run score tracker; show an invalid input</a:t>
            </a:r>
          </a:p>
          <a:p>
            <a:pPr>
              <a:defRPr sz="2500"/>
            </a:pPr>
            <a:r>
              <a:t>Generate day 1 practice draft</a:t>
            </a:r>
          </a:p>
          <a:p>
            <a:pPr>
              <a:defRPr sz="2500"/>
            </a:pPr>
            <a:r>
              <a:t>Collect real pre/post quiz scores; do not invent gains</a:t>
            </a:r>
          </a:p>
          <a:p>
            <a:pPr>
              <a:defRPr sz="2500"/>
            </a:pPr>
            <a:r>
              <a:t>Complete four-tool evidence log before submission</a:t>
            </a:r>
          </a:p>
          <a:p>
            <a:pPr>
              <a:defRPr sz="2500"/>
            </a:pPr>
            <a:r>
              <a:t>Sources and limitations: docs/research_report.md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